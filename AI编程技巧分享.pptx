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sldIdLst>
    <p:sldId id="256" r:id="rId3"/>
    <p:sldId id="263" r:id="rId4"/>
    <p:sldId id="281" r:id="rId5"/>
    <p:sldId id="338" r:id="rId6"/>
    <p:sldId id="339" r:id="rId7"/>
    <p:sldId id="315" r:id="rId8"/>
    <p:sldId id="323" r:id="rId9"/>
    <p:sldId id="324" r:id="rId10"/>
    <p:sldId id="320" r:id="rId11"/>
    <p:sldId id="322" r:id="rId12"/>
    <p:sldId id="313" r:id="rId13"/>
    <p:sldId id="317" r:id="rId14"/>
    <p:sldId id="336" r:id="rId15"/>
    <p:sldId id="319" r:id="rId16"/>
    <p:sldId id="329" r:id="rId17"/>
    <p:sldId id="337" r:id="rId18"/>
    <p:sldId id="325" r:id="rId19"/>
    <p:sldId id="326" r:id="rId20"/>
    <p:sldId id="327" r:id="rId21"/>
    <p:sldId id="342" r:id="rId22"/>
    <p:sldId id="318" r:id="rId23"/>
    <p:sldId id="331" r:id="rId24"/>
    <p:sldId id="341" r:id="rId25"/>
    <p:sldId id="340" r:id="rId26"/>
    <p:sldId id="26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CE964B6-A78B-4E4F-AD21-369A74B675E7}">
          <p14:sldIdLst>
            <p14:sldId id="256"/>
            <p14:sldId id="263"/>
            <p14:sldId id="281"/>
            <p14:sldId id="338"/>
            <p14:sldId id="339"/>
            <p14:sldId id="315"/>
            <p14:sldId id="323"/>
            <p14:sldId id="324"/>
            <p14:sldId id="320"/>
            <p14:sldId id="322"/>
            <p14:sldId id="313"/>
            <p14:sldId id="317"/>
          </p14:sldIdLst>
        </p14:section>
        <p14:section name="无标题节" id="{BF303EB7-BC12-433C-B30E-601EFB9C3DA1}">
          <p14:sldIdLst>
            <p14:sldId id="336"/>
            <p14:sldId id="319"/>
            <p14:sldId id="329"/>
            <p14:sldId id="337"/>
            <p14:sldId id="325"/>
            <p14:sldId id="326"/>
            <p14:sldId id="327"/>
            <p14:sldId id="342"/>
            <p14:sldId id="318"/>
            <p14:sldId id="331"/>
            <p14:sldId id="341"/>
            <p14:sldId id="34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A75A1B-92FC-14D4-4622-AAE38EEA408B}" name="Hongxing Sun" initials="HS" userId="d936da6f40eb049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7EFB"/>
    <a:srgbClr val="003A5A"/>
    <a:srgbClr val="FFFFCC"/>
    <a:srgbClr val="FFFB9C"/>
    <a:srgbClr val="75C5F0"/>
    <a:srgbClr val="288EFD"/>
    <a:srgbClr val="F8C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36" autoAdjust="0"/>
    <p:restoredTop sz="94648"/>
  </p:normalViewPr>
  <p:slideViewPr>
    <p:cSldViewPr snapToGrid="0">
      <p:cViewPr varScale="1">
        <p:scale>
          <a:sx n="114" d="100"/>
          <a:sy n="114" d="100"/>
        </p:scale>
        <p:origin x="3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7" cy="6858000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4808752" y="2655376"/>
            <a:ext cx="6046439" cy="1102519"/>
          </a:xfrm>
        </p:spPr>
        <p:txBody>
          <a:bodyPr>
            <a:normAutofit/>
          </a:bodyPr>
          <a:lstStyle>
            <a:lvl1pPr algn="r">
              <a:defRPr sz="3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102737" y="3582667"/>
            <a:ext cx="4752454" cy="59293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102737" y="4857416"/>
            <a:ext cx="4752454" cy="3983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 sz="1200">
                <a:solidFill>
                  <a:srgbClr val="B3B3B3"/>
                </a:solidFill>
              </a:defRPr>
            </a:lvl2pPr>
            <a:lvl3pPr marL="914400" indent="0" algn="r">
              <a:buFontTx/>
              <a:buNone/>
              <a:defRPr sz="1200">
                <a:solidFill>
                  <a:srgbClr val="B3B3B3"/>
                </a:solidFill>
              </a:defRPr>
            </a:lvl3pPr>
            <a:lvl4pPr marL="1371600" indent="0" algn="r">
              <a:buFontTx/>
              <a:buNone/>
              <a:defRPr sz="1200">
                <a:solidFill>
                  <a:srgbClr val="B3B3B3"/>
                </a:solidFill>
              </a:defRPr>
            </a:lvl4pPr>
            <a:lvl5pPr marL="1828800" indent="0" algn="r">
              <a:buFontTx/>
              <a:buNone/>
              <a:defRPr sz="1200">
                <a:solidFill>
                  <a:srgbClr val="B3B3B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6103803" y="5111231"/>
            <a:ext cx="4751388" cy="576538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rgbClr val="FF2F41"/>
                </a:solidFill>
              </a:defRPr>
            </a:lvl2pPr>
            <a:lvl3pPr>
              <a:defRPr>
                <a:solidFill>
                  <a:srgbClr val="FF2F41"/>
                </a:solidFill>
              </a:defRPr>
            </a:lvl3pPr>
            <a:lvl4pPr>
              <a:defRPr>
                <a:solidFill>
                  <a:srgbClr val="FF2F41"/>
                </a:solidFill>
              </a:defRPr>
            </a:lvl4pPr>
            <a:lvl5pPr>
              <a:defRPr>
                <a:solidFill>
                  <a:srgbClr val="FF2F4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" y="5786"/>
            <a:ext cx="12178104" cy="6852214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5480556" y="3093915"/>
            <a:ext cx="6046439" cy="1102519"/>
          </a:xfrm>
        </p:spPr>
        <p:txBody>
          <a:bodyPr>
            <a:normAutofit/>
          </a:bodyPr>
          <a:lstStyle>
            <a:lvl1pPr algn="r">
              <a:defRPr sz="34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6774541" y="4021206"/>
            <a:ext cx="4752454" cy="59293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774541" y="5295955"/>
            <a:ext cx="4752454" cy="3983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>
                <a:solidFill>
                  <a:srgbClr val="B3B3B3"/>
                </a:solidFill>
              </a:defRPr>
            </a:lvl1pPr>
            <a:lvl2pPr marL="457200" indent="0" algn="r">
              <a:buFontTx/>
              <a:buNone/>
              <a:defRPr sz="1200">
                <a:solidFill>
                  <a:srgbClr val="B3B3B3"/>
                </a:solidFill>
              </a:defRPr>
            </a:lvl2pPr>
            <a:lvl3pPr marL="914400" indent="0" algn="r">
              <a:buFontTx/>
              <a:buNone/>
              <a:defRPr sz="1200">
                <a:solidFill>
                  <a:srgbClr val="B3B3B3"/>
                </a:solidFill>
              </a:defRPr>
            </a:lvl3pPr>
            <a:lvl4pPr marL="1371600" indent="0" algn="r">
              <a:buFontTx/>
              <a:buNone/>
              <a:defRPr sz="1200">
                <a:solidFill>
                  <a:srgbClr val="B3B3B3"/>
                </a:solidFill>
              </a:defRPr>
            </a:lvl4pPr>
            <a:lvl5pPr marL="1828800" indent="0" algn="r">
              <a:buFontTx/>
              <a:buNone/>
              <a:defRPr sz="1200">
                <a:solidFill>
                  <a:srgbClr val="B3B3B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2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6775607" y="5549770"/>
            <a:ext cx="4751388" cy="576538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003A5A"/>
                </a:solidFill>
              </a:defRPr>
            </a:lvl1pPr>
            <a:lvl2pPr>
              <a:defRPr>
                <a:solidFill>
                  <a:srgbClr val="FF2F41"/>
                </a:solidFill>
              </a:defRPr>
            </a:lvl2pPr>
            <a:lvl3pPr>
              <a:defRPr>
                <a:solidFill>
                  <a:srgbClr val="FF2F41"/>
                </a:solidFill>
              </a:defRPr>
            </a:lvl3pPr>
            <a:lvl4pPr>
              <a:defRPr>
                <a:solidFill>
                  <a:srgbClr val="FF2F41"/>
                </a:solidFill>
              </a:defRPr>
            </a:lvl4pPr>
            <a:lvl5pPr>
              <a:defRPr>
                <a:solidFill>
                  <a:srgbClr val="FF2F4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6550090" y="2806029"/>
            <a:ext cx="5402424" cy="1102519"/>
          </a:xfrm>
        </p:spPr>
        <p:txBody>
          <a:bodyPr>
            <a:normAutofit/>
          </a:bodyPr>
          <a:lstStyle>
            <a:lvl1pPr algn="r">
              <a:defRPr sz="34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7493069" y="3743475"/>
            <a:ext cx="4459445" cy="59293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7782317" y="4916325"/>
            <a:ext cx="3673169" cy="3983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>
                <a:solidFill>
                  <a:srgbClr val="B3B3B3"/>
                </a:solidFill>
              </a:defRPr>
            </a:lvl1pPr>
            <a:lvl2pPr marL="457200" indent="0" algn="r">
              <a:buFontTx/>
              <a:buNone/>
              <a:defRPr sz="1200">
                <a:solidFill>
                  <a:srgbClr val="B3B3B3"/>
                </a:solidFill>
              </a:defRPr>
            </a:lvl2pPr>
            <a:lvl3pPr marL="914400" indent="0" algn="r">
              <a:buFontTx/>
              <a:buNone/>
              <a:defRPr sz="1200">
                <a:solidFill>
                  <a:srgbClr val="B3B3B3"/>
                </a:solidFill>
              </a:defRPr>
            </a:lvl3pPr>
            <a:lvl4pPr marL="1371600" indent="0" algn="r">
              <a:buFontTx/>
              <a:buNone/>
              <a:defRPr sz="1200">
                <a:solidFill>
                  <a:srgbClr val="B3B3B3"/>
                </a:solidFill>
              </a:defRPr>
            </a:lvl4pPr>
            <a:lvl5pPr marL="1828800" indent="0" algn="r">
              <a:buFontTx/>
              <a:buNone/>
              <a:defRPr sz="1200">
                <a:solidFill>
                  <a:srgbClr val="B3B3B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2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7782317" y="5170140"/>
            <a:ext cx="3673170" cy="576538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003A5A"/>
                </a:solidFill>
              </a:defRPr>
            </a:lvl1pPr>
            <a:lvl2pPr>
              <a:defRPr>
                <a:solidFill>
                  <a:srgbClr val="FF2F41"/>
                </a:solidFill>
              </a:defRPr>
            </a:lvl2pPr>
            <a:lvl3pPr>
              <a:defRPr>
                <a:solidFill>
                  <a:srgbClr val="FF2F41"/>
                </a:solidFill>
              </a:defRPr>
            </a:lvl3pPr>
            <a:lvl4pPr>
              <a:defRPr>
                <a:solidFill>
                  <a:srgbClr val="FF2F41"/>
                </a:solidFill>
              </a:defRPr>
            </a:lvl4pPr>
            <a:lvl5pPr>
              <a:defRPr>
                <a:solidFill>
                  <a:srgbClr val="FF2F4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/>
          </p:nvPr>
        </p:nvSpPr>
        <p:spPr>
          <a:xfrm>
            <a:off x="976874" y="2877740"/>
            <a:ext cx="6046439" cy="1102519"/>
          </a:xfrm>
        </p:spPr>
        <p:txBody>
          <a:bodyPr>
            <a:normAutofit/>
          </a:bodyPr>
          <a:lstStyle>
            <a:lvl1pPr algn="l">
              <a:defRPr sz="34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/>
          <p:cNvSpPr>
            <a:spLocks noGrp="1"/>
          </p:cNvSpPr>
          <p:nvPr>
            <p:ph type="subTitle" idx="1"/>
          </p:nvPr>
        </p:nvSpPr>
        <p:spPr>
          <a:xfrm>
            <a:off x="976874" y="3805031"/>
            <a:ext cx="4752454" cy="592934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976874" y="5007772"/>
            <a:ext cx="4752454" cy="39830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>
                <a:solidFill>
                  <a:srgbClr val="B3B3B3"/>
                </a:solidFill>
              </a:defRPr>
            </a:lvl1pPr>
            <a:lvl2pPr marL="457200" indent="0" algn="r">
              <a:buFontTx/>
              <a:buNone/>
              <a:defRPr sz="1200">
                <a:solidFill>
                  <a:srgbClr val="B3B3B3"/>
                </a:solidFill>
              </a:defRPr>
            </a:lvl2pPr>
            <a:lvl3pPr marL="914400" indent="0" algn="r">
              <a:buFontTx/>
              <a:buNone/>
              <a:defRPr sz="1200">
                <a:solidFill>
                  <a:srgbClr val="B3B3B3"/>
                </a:solidFill>
              </a:defRPr>
            </a:lvl3pPr>
            <a:lvl4pPr marL="1371600" indent="0" algn="r">
              <a:buFontTx/>
              <a:buNone/>
              <a:defRPr sz="1200">
                <a:solidFill>
                  <a:srgbClr val="B3B3B3"/>
                </a:solidFill>
              </a:defRPr>
            </a:lvl4pPr>
            <a:lvl5pPr marL="1828800" indent="0" algn="r">
              <a:buFontTx/>
              <a:buNone/>
              <a:defRPr sz="1200">
                <a:solidFill>
                  <a:srgbClr val="B3B3B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3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977940" y="5261587"/>
            <a:ext cx="4751388" cy="576538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003A5A"/>
                </a:solidFill>
              </a:defRPr>
            </a:lvl1pPr>
            <a:lvl2pPr>
              <a:defRPr>
                <a:solidFill>
                  <a:srgbClr val="FF2F41"/>
                </a:solidFill>
              </a:defRPr>
            </a:lvl2pPr>
            <a:lvl3pPr>
              <a:defRPr>
                <a:solidFill>
                  <a:srgbClr val="FF2F41"/>
                </a:solidFill>
              </a:defRPr>
            </a:lvl3pPr>
            <a:lvl4pPr>
              <a:defRPr>
                <a:solidFill>
                  <a:srgbClr val="FF2F41"/>
                </a:solidFill>
              </a:defRPr>
            </a:lvl4pPr>
            <a:lvl5pPr>
              <a:defRPr>
                <a:solidFill>
                  <a:srgbClr val="FF2F4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323527" y="202332"/>
            <a:ext cx="11489027" cy="1215618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23527" y="1083439"/>
            <a:ext cx="11489027" cy="4813508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2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360045" indent="0">
              <a:lnSpc>
                <a:spcPct val="130000"/>
              </a:lnSpc>
              <a:buSzPct val="50000"/>
              <a:buFontTx/>
              <a:buNone/>
              <a:defRPr sz="1600">
                <a:solidFill>
                  <a:srgbClr val="B3B3B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360045" indent="0">
              <a:lnSpc>
                <a:spcPct val="130000"/>
              </a:lnSpc>
              <a:buFontTx/>
              <a:buNone/>
              <a:defRPr sz="1200">
                <a:solidFill>
                  <a:srgbClr val="B3B3B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360045" indent="0">
              <a:lnSpc>
                <a:spcPct val="130000"/>
              </a:lnSpc>
              <a:buSzPct val="50000"/>
              <a:buFontTx/>
              <a:buNone/>
              <a:defRPr sz="1100">
                <a:solidFill>
                  <a:srgbClr val="B3B3B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360045" indent="0">
              <a:lnSpc>
                <a:spcPct val="130000"/>
              </a:lnSpc>
              <a:buFontTx/>
              <a:buNone/>
              <a:defRPr sz="1050">
                <a:solidFill>
                  <a:srgbClr val="B3B3B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7" cy="6858000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4808752" y="2655376"/>
            <a:ext cx="6046439" cy="1102519"/>
          </a:xfrm>
        </p:spPr>
        <p:txBody>
          <a:bodyPr>
            <a:normAutofit/>
          </a:bodyPr>
          <a:lstStyle>
            <a:lvl1pPr algn="r">
              <a:defRPr sz="34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102737" y="3582667"/>
            <a:ext cx="4752454" cy="59293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102737" y="4857416"/>
            <a:ext cx="4752454" cy="3983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 sz="1200">
                <a:solidFill>
                  <a:srgbClr val="B3B3B3"/>
                </a:solidFill>
              </a:defRPr>
            </a:lvl2pPr>
            <a:lvl3pPr marL="914400" indent="0" algn="r">
              <a:buFontTx/>
              <a:buNone/>
              <a:defRPr sz="1200">
                <a:solidFill>
                  <a:srgbClr val="B3B3B3"/>
                </a:solidFill>
              </a:defRPr>
            </a:lvl3pPr>
            <a:lvl4pPr marL="1371600" indent="0" algn="r">
              <a:buFontTx/>
              <a:buNone/>
              <a:defRPr sz="1200">
                <a:solidFill>
                  <a:srgbClr val="B3B3B3"/>
                </a:solidFill>
              </a:defRPr>
            </a:lvl4pPr>
            <a:lvl5pPr marL="1828800" indent="0" algn="r">
              <a:buFontTx/>
              <a:buNone/>
              <a:defRPr sz="1200">
                <a:solidFill>
                  <a:srgbClr val="B3B3B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6103803" y="5111231"/>
            <a:ext cx="4751388" cy="576538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rgbClr val="FF2F41"/>
                </a:solidFill>
              </a:defRPr>
            </a:lvl2pPr>
            <a:lvl3pPr>
              <a:defRPr>
                <a:solidFill>
                  <a:srgbClr val="FF2F41"/>
                </a:solidFill>
              </a:defRPr>
            </a:lvl3pPr>
            <a:lvl4pPr>
              <a:defRPr>
                <a:solidFill>
                  <a:srgbClr val="FF2F41"/>
                </a:solidFill>
              </a:defRPr>
            </a:lvl4pPr>
            <a:lvl5pPr>
              <a:defRPr>
                <a:solidFill>
                  <a:srgbClr val="FF2F4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" y="5786"/>
            <a:ext cx="12178104" cy="6852214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5480556" y="3093915"/>
            <a:ext cx="6046439" cy="1102519"/>
          </a:xfrm>
        </p:spPr>
        <p:txBody>
          <a:bodyPr>
            <a:normAutofit/>
          </a:bodyPr>
          <a:lstStyle>
            <a:lvl1pPr algn="r">
              <a:defRPr sz="34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6774541" y="4021206"/>
            <a:ext cx="4752454" cy="59293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774541" y="5295955"/>
            <a:ext cx="4752454" cy="3983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>
                <a:solidFill>
                  <a:srgbClr val="B3B3B3"/>
                </a:solidFill>
              </a:defRPr>
            </a:lvl1pPr>
            <a:lvl2pPr marL="457200" indent="0" algn="r">
              <a:buFontTx/>
              <a:buNone/>
              <a:defRPr sz="1200">
                <a:solidFill>
                  <a:srgbClr val="B3B3B3"/>
                </a:solidFill>
              </a:defRPr>
            </a:lvl2pPr>
            <a:lvl3pPr marL="914400" indent="0" algn="r">
              <a:buFontTx/>
              <a:buNone/>
              <a:defRPr sz="1200">
                <a:solidFill>
                  <a:srgbClr val="B3B3B3"/>
                </a:solidFill>
              </a:defRPr>
            </a:lvl3pPr>
            <a:lvl4pPr marL="1371600" indent="0" algn="r">
              <a:buFontTx/>
              <a:buNone/>
              <a:defRPr sz="1200">
                <a:solidFill>
                  <a:srgbClr val="B3B3B3"/>
                </a:solidFill>
              </a:defRPr>
            </a:lvl4pPr>
            <a:lvl5pPr marL="1828800" indent="0" algn="r">
              <a:buFontTx/>
              <a:buNone/>
              <a:defRPr sz="1200">
                <a:solidFill>
                  <a:srgbClr val="B3B3B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2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6775607" y="5549770"/>
            <a:ext cx="4751388" cy="576538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003A5A"/>
                </a:solidFill>
              </a:defRPr>
            </a:lvl1pPr>
            <a:lvl2pPr>
              <a:defRPr>
                <a:solidFill>
                  <a:srgbClr val="FF2F41"/>
                </a:solidFill>
              </a:defRPr>
            </a:lvl2pPr>
            <a:lvl3pPr>
              <a:defRPr>
                <a:solidFill>
                  <a:srgbClr val="FF2F41"/>
                </a:solidFill>
              </a:defRPr>
            </a:lvl3pPr>
            <a:lvl4pPr>
              <a:defRPr>
                <a:solidFill>
                  <a:srgbClr val="FF2F41"/>
                </a:solidFill>
              </a:defRPr>
            </a:lvl4pPr>
            <a:lvl5pPr>
              <a:defRPr>
                <a:solidFill>
                  <a:srgbClr val="FF2F4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6550090" y="2806029"/>
            <a:ext cx="5402424" cy="1102519"/>
          </a:xfrm>
        </p:spPr>
        <p:txBody>
          <a:bodyPr>
            <a:normAutofit/>
          </a:bodyPr>
          <a:lstStyle>
            <a:lvl1pPr algn="r">
              <a:defRPr sz="34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7493069" y="3743475"/>
            <a:ext cx="4459445" cy="59293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7782317" y="4916325"/>
            <a:ext cx="3673169" cy="3983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>
                <a:solidFill>
                  <a:srgbClr val="B3B3B3"/>
                </a:solidFill>
              </a:defRPr>
            </a:lvl1pPr>
            <a:lvl2pPr marL="457200" indent="0" algn="r">
              <a:buFontTx/>
              <a:buNone/>
              <a:defRPr sz="1200">
                <a:solidFill>
                  <a:srgbClr val="B3B3B3"/>
                </a:solidFill>
              </a:defRPr>
            </a:lvl2pPr>
            <a:lvl3pPr marL="914400" indent="0" algn="r">
              <a:buFontTx/>
              <a:buNone/>
              <a:defRPr sz="1200">
                <a:solidFill>
                  <a:srgbClr val="B3B3B3"/>
                </a:solidFill>
              </a:defRPr>
            </a:lvl3pPr>
            <a:lvl4pPr marL="1371600" indent="0" algn="r">
              <a:buFontTx/>
              <a:buNone/>
              <a:defRPr sz="1200">
                <a:solidFill>
                  <a:srgbClr val="B3B3B3"/>
                </a:solidFill>
              </a:defRPr>
            </a:lvl4pPr>
            <a:lvl5pPr marL="1828800" indent="0" algn="r">
              <a:buFontTx/>
              <a:buNone/>
              <a:defRPr sz="1200">
                <a:solidFill>
                  <a:srgbClr val="B3B3B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2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7782317" y="5170140"/>
            <a:ext cx="3673170" cy="576538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003A5A"/>
                </a:solidFill>
              </a:defRPr>
            </a:lvl1pPr>
            <a:lvl2pPr>
              <a:defRPr>
                <a:solidFill>
                  <a:srgbClr val="FF2F41"/>
                </a:solidFill>
              </a:defRPr>
            </a:lvl2pPr>
            <a:lvl3pPr>
              <a:defRPr>
                <a:solidFill>
                  <a:srgbClr val="FF2F41"/>
                </a:solidFill>
              </a:defRPr>
            </a:lvl3pPr>
            <a:lvl4pPr>
              <a:defRPr>
                <a:solidFill>
                  <a:srgbClr val="FF2F41"/>
                </a:solidFill>
              </a:defRPr>
            </a:lvl4pPr>
            <a:lvl5pPr>
              <a:defRPr>
                <a:solidFill>
                  <a:srgbClr val="FF2F4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/>
          </p:nvPr>
        </p:nvSpPr>
        <p:spPr>
          <a:xfrm>
            <a:off x="976874" y="2877740"/>
            <a:ext cx="6046439" cy="1102519"/>
          </a:xfrm>
        </p:spPr>
        <p:txBody>
          <a:bodyPr>
            <a:normAutofit/>
          </a:bodyPr>
          <a:lstStyle>
            <a:lvl1pPr algn="l">
              <a:defRPr sz="34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副标题 2"/>
          <p:cNvSpPr>
            <a:spLocks noGrp="1"/>
          </p:cNvSpPr>
          <p:nvPr>
            <p:ph type="subTitle" idx="1"/>
          </p:nvPr>
        </p:nvSpPr>
        <p:spPr>
          <a:xfrm>
            <a:off x="976874" y="3805031"/>
            <a:ext cx="4752454" cy="592934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976874" y="5007772"/>
            <a:ext cx="4752454" cy="398305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200">
                <a:solidFill>
                  <a:srgbClr val="B3B3B3"/>
                </a:solidFill>
              </a:defRPr>
            </a:lvl1pPr>
            <a:lvl2pPr marL="457200" indent="0" algn="r">
              <a:buFontTx/>
              <a:buNone/>
              <a:defRPr sz="1200">
                <a:solidFill>
                  <a:srgbClr val="B3B3B3"/>
                </a:solidFill>
              </a:defRPr>
            </a:lvl2pPr>
            <a:lvl3pPr marL="914400" indent="0" algn="r">
              <a:buFontTx/>
              <a:buNone/>
              <a:defRPr sz="1200">
                <a:solidFill>
                  <a:srgbClr val="B3B3B3"/>
                </a:solidFill>
              </a:defRPr>
            </a:lvl3pPr>
            <a:lvl4pPr marL="1371600" indent="0" algn="r">
              <a:buFontTx/>
              <a:buNone/>
              <a:defRPr sz="1200">
                <a:solidFill>
                  <a:srgbClr val="B3B3B3"/>
                </a:solidFill>
              </a:defRPr>
            </a:lvl4pPr>
            <a:lvl5pPr marL="1828800" indent="0" algn="r">
              <a:buFontTx/>
              <a:buNone/>
              <a:defRPr sz="1200">
                <a:solidFill>
                  <a:srgbClr val="B3B3B3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3" name="文本占位符 15"/>
          <p:cNvSpPr>
            <a:spLocks noGrp="1"/>
          </p:cNvSpPr>
          <p:nvPr>
            <p:ph type="body" sz="quarter" idx="11"/>
          </p:nvPr>
        </p:nvSpPr>
        <p:spPr>
          <a:xfrm>
            <a:off x="977940" y="5261587"/>
            <a:ext cx="4751388" cy="576538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003A5A"/>
                </a:solidFill>
              </a:defRPr>
            </a:lvl1pPr>
            <a:lvl2pPr>
              <a:defRPr>
                <a:solidFill>
                  <a:srgbClr val="FF2F41"/>
                </a:solidFill>
              </a:defRPr>
            </a:lvl2pPr>
            <a:lvl3pPr>
              <a:defRPr>
                <a:solidFill>
                  <a:srgbClr val="FF2F41"/>
                </a:solidFill>
              </a:defRPr>
            </a:lvl3pPr>
            <a:lvl4pPr>
              <a:defRPr>
                <a:solidFill>
                  <a:srgbClr val="FF2F41"/>
                </a:solidFill>
              </a:defRPr>
            </a:lvl4pPr>
            <a:lvl5pPr>
              <a:defRPr>
                <a:solidFill>
                  <a:srgbClr val="FF2F4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88" cy="685800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323527" y="202332"/>
            <a:ext cx="11489027" cy="1215618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323527" y="1083439"/>
            <a:ext cx="11489027" cy="4813508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200">
                <a:solidFill>
                  <a:srgbClr val="003A5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360045" indent="0">
              <a:lnSpc>
                <a:spcPct val="130000"/>
              </a:lnSpc>
              <a:buSzPct val="50000"/>
              <a:buFontTx/>
              <a:buNone/>
              <a:defRPr sz="1600">
                <a:solidFill>
                  <a:srgbClr val="B3B3B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360045" indent="0">
              <a:lnSpc>
                <a:spcPct val="130000"/>
              </a:lnSpc>
              <a:buFontTx/>
              <a:buNone/>
              <a:defRPr sz="1200">
                <a:solidFill>
                  <a:srgbClr val="B3B3B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360045" indent="0">
              <a:lnSpc>
                <a:spcPct val="130000"/>
              </a:lnSpc>
              <a:buSzPct val="50000"/>
              <a:buFontTx/>
              <a:buNone/>
              <a:defRPr sz="1100">
                <a:solidFill>
                  <a:srgbClr val="B3B3B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360045" indent="0">
              <a:lnSpc>
                <a:spcPct val="130000"/>
              </a:lnSpc>
              <a:buFontTx/>
              <a:buNone/>
              <a:defRPr sz="1050">
                <a:solidFill>
                  <a:srgbClr val="B3B3B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9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48CB0-4870-4341-BB83-89D9E07FE96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1FDF8-9FA9-4357-B6A0-96C0E7A7B1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48CB0-4870-4341-BB83-89D9E07FE96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1FDF8-9FA9-4357-B6A0-96C0E7A7B1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3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7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9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1.png"/><Relationship Id="rId11" Type="http://schemas.openxmlformats.org/officeDocument/2006/relationships/hyperlink" Target="https://docs.bigmodel.cn/cn/coding-plan/tool/claude#%E6%96%B9%E5%BC%8F%E4%B8%89%EF%BC%9A%E6%89%8B%E5%8A%A8%E9%85%8D%E7%BD%AE" TargetMode="External"/><Relationship Id="rId5" Type="http://schemas.microsoft.com/office/2007/relationships/hdphoto" Target="../media/hdphoto1.wdp"/><Relationship Id="rId10" Type="http://schemas.openxmlformats.org/officeDocument/2006/relationships/hyperlink" Target="https://platform.minimaxi.com/docs/token-plan/claude-code#windows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6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5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7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8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0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1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2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3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4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6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35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4294967295"/>
          </p:nvPr>
        </p:nvSpPr>
        <p:spPr>
          <a:xfrm>
            <a:off x="2286000" y="2225040"/>
            <a:ext cx="9448801" cy="18669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编程技巧分享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141037" y="1566205"/>
            <a:ext cx="4144254" cy="493603"/>
          </a:xfrm>
          <a:prstGeom prst="rect">
            <a:avLst/>
          </a:prstGeom>
          <a:solidFill>
            <a:srgbClr val="003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AI</a:t>
            </a:r>
            <a:r>
              <a:rPr lang="zh-CN" altLang="en-US" sz="2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编程效果展示</a:t>
            </a:r>
            <a:endParaRPr lang="en-US" altLang="zh-CN" sz="24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6213446" y="1555319"/>
            <a:ext cx="721494" cy="567864"/>
            <a:chOff x="2970347" y="1796946"/>
            <a:chExt cx="612717" cy="510849"/>
          </a:xfrm>
        </p:grpSpPr>
        <p:sp>
          <p:nvSpPr>
            <p:cNvPr id="10" name="矩形 45"/>
            <p:cNvSpPr/>
            <p:nvPr/>
          </p:nvSpPr>
          <p:spPr>
            <a:xfrm>
              <a:off x="2971064" y="1796946"/>
              <a:ext cx="612000" cy="504000"/>
            </a:xfrm>
            <a:custGeom>
              <a:avLst/>
              <a:gdLst/>
              <a:ahLst/>
              <a:cxnLst/>
              <a:rect l="l" t="t" r="r" b="b"/>
              <a:pathLst>
                <a:path w="612000" h="504000">
                  <a:moveTo>
                    <a:pt x="576000" y="235074"/>
                  </a:moveTo>
                  <a:lnTo>
                    <a:pt x="612000" y="235074"/>
                  </a:lnTo>
                  <a:lnTo>
                    <a:pt x="612000" y="504000"/>
                  </a:lnTo>
                  <a:lnTo>
                    <a:pt x="306000" y="504000"/>
                  </a:lnTo>
                  <a:lnTo>
                    <a:pt x="306000" y="468000"/>
                  </a:lnTo>
                  <a:lnTo>
                    <a:pt x="576000" y="468000"/>
                  </a:lnTo>
                  <a:close/>
                  <a:moveTo>
                    <a:pt x="0" y="0"/>
                  </a:moveTo>
                  <a:lnTo>
                    <a:pt x="306000" y="0"/>
                  </a:lnTo>
                  <a:lnTo>
                    <a:pt x="306000" y="36000"/>
                  </a:lnTo>
                  <a:lnTo>
                    <a:pt x="36000" y="36000"/>
                  </a:lnTo>
                  <a:lnTo>
                    <a:pt x="36000" y="253355"/>
                  </a:lnTo>
                  <a:lnTo>
                    <a:pt x="0" y="253355"/>
                  </a:lnTo>
                  <a:close/>
                </a:path>
              </a:pathLst>
            </a:custGeom>
            <a:solidFill>
              <a:srgbClr val="003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" name="TextBox 50"/>
            <p:cNvSpPr txBox="1"/>
            <p:nvPr/>
          </p:nvSpPr>
          <p:spPr>
            <a:xfrm>
              <a:off x="2970347" y="1837108"/>
              <a:ext cx="612717" cy="470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01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21EF5B4C-F63B-693C-0D83-746ABE682BE1}"/>
              </a:ext>
            </a:extLst>
          </p:cNvPr>
          <p:cNvSpPr/>
          <p:nvPr/>
        </p:nvSpPr>
        <p:spPr>
          <a:xfrm>
            <a:off x="7141037" y="3105534"/>
            <a:ext cx="4144254" cy="493603"/>
          </a:xfrm>
          <a:prstGeom prst="rect">
            <a:avLst/>
          </a:prstGeom>
          <a:solidFill>
            <a:srgbClr val="003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AI</a:t>
            </a:r>
            <a:r>
              <a:rPr lang="zh-CN" altLang="en-US" sz="2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编程工具安装</a:t>
            </a:r>
            <a:endParaRPr lang="en-US" altLang="zh-CN" sz="24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8E1AD0-A1F1-F272-429A-8D03E2A5E41D}"/>
              </a:ext>
            </a:extLst>
          </p:cNvPr>
          <p:cNvGrpSpPr>
            <a:grpSpLocks noChangeAspect="1"/>
          </p:cNvGrpSpPr>
          <p:nvPr/>
        </p:nvGrpSpPr>
        <p:grpSpPr>
          <a:xfrm>
            <a:off x="6213446" y="3094648"/>
            <a:ext cx="721494" cy="567864"/>
            <a:chOff x="2970347" y="1796946"/>
            <a:chExt cx="612717" cy="510849"/>
          </a:xfrm>
        </p:grpSpPr>
        <p:sp>
          <p:nvSpPr>
            <p:cNvPr id="4" name="矩形 45">
              <a:extLst>
                <a:ext uri="{FF2B5EF4-FFF2-40B4-BE49-F238E27FC236}">
                  <a16:creationId xmlns:a16="http://schemas.microsoft.com/office/drawing/2014/main" id="{F79CE842-EDFE-59EE-2188-151F5822EBF4}"/>
                </a:ext>
              </a:extLst>
            </p:cNvPr>
            <p:cNvSpPr/>
            <p:nvPr/>
          </p:nvSpPr>
          <p:spPr>
            <a:xfrm>
              <a:off x="2971064" y="1796946"/>
              <a:ext cx="612000" cy="504000"/>
            </a:xfrm>
            <a:custGeom>
              <a:avLst/>
              <a:gdLst/>
              <a:ahLst/>
              <a:cxnLst/>
              <a:rect l="l" t="t" r="r" b="b"/>
              <a:pathLst>
                <a:path w="612000" h="504000">
                  <a:moveTo>
                    <a:pt x="576000" y="235074"/>
                  </a:moveTo>
                  <a:lnTo>
                    <a:pt x="612000" y="235074"/>
                  </a:lnTo>
                  <a:lnTo>
                    <a:pt x="612000" y="504000"/>
                  </a:lnTo>
                  <a:lnTo>
                    <a:pt x="306000" y="504000"/>
                  </a:lnTo>
                  <a:lnTo>
                    <a:pt x="306000" y="468000"/>
                  </a:lnTo>
                  <a:lnTo>
                    <a:pt x="576000" y="468000"/>
                  </a:lnTo>
                  <a:close/>
                  <a:moveTo>
                    <a:pt x="0" y="0"/>
                  </a:moveTo>
                  <a:lnTo>
                    <a:pt x="306000" y="0"/>
                  </a:lnTo>
                  <a:lnTo>
                    <a:pt x="306000" y="36000"/>
                  </a:lnTo>
                  <a:lnTo>
                    <a:pt x="36000" y="36000"/>
                  </a:lnTo>
                  <a:lnTo>
                    <a:pt x="36000" y="253355"/>
                  </a:lnTo>
                  <a:lnTo>
                    <a:pt x="0" y="253355"/>
                  </a:lnTo>
                  <a:close/>
                </a:path>
              </a:pathLst>
            </a:custGeom>
            <a:solidFill>
              <a:srgbClr val="003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" name="TextBox 50">
              <a:extLst>
                <a:ext uri="{FF2B5EF4-FFF2-40B4-BE49-F238E27FC236}">
                  <a16:creationId xmlns:a16="http://schemas.microsoft.com/office/drawing/2014/main" id="{1FEA0BF5-CBE9-50CB-87A6-B6DC13B7B485}"/>
                </a:ext>
              </a:extLst>
            </p:cNvPr>
            <p:cNvSpPr txBox="1"/>
            <p:nvPr/>
          </p:nvSpPr>
          <p:spPr>
            <a:xfrm>
              <a:off x="2970347" y="1837108"/>
              <a:ext cx="612717" cy="470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02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FA0C31F4-1431-AC94-336C-0713E548D950}"/>
              </a:ext>
            </a:extLst>
          </p:cNvPr>
          <p:cNvSpPr/>
          <p:nvPr/>
        </p:nvSpPr>
        <p:spPr>
          <a:xfrm>
            <a:off x="7141037" y="4539482"/>
            <a:ext cx="4144254" cy="493603"/>
          </a:xfrm>
          <a:prstGeom prst="rect">
            <a:avLst/>
          </a:prstGeom>
          <a:solidFill>
            <a:srgbClr val="003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Claude code</a:t>
            </a:r>
            <a:r>
              <a:rPr lang="zh-CN" altLang="en-US" sz="24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使用技巧</a:t>
            </a:r>
            <a:endParaRPr lang="en-US" altLang="zh-CN" sz="2400" dirty="0"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DC9D4C8-4B47-184A-A5CE-DE35B5003547}"/>
              </a:ext>
            </a:extLst>
          </p:cNvPr>
          <p:cNvGrpSpPr>
            <a:grpSpLocks noChangeAspect="1"/>
          </p:cNvGrpSpPr>
          <p:nvPr/>
        </p:nvGrpSpPr>
        <p:grpSpPr>
          <a:xfrm>
            <a:off x="6213446" y="4528596"/>
            <a:ext cx="721494" cy="567864"/>
            <a:chOff x="2970347" y="1796946"/>
            <a:chExt cx="612717" cy="510849"/>
          </a:xfrm>
        </p:grpSpPr>
        <p:sp>
          <p:nvSpPr>
            <p:cNvPr id="16" name="矩形 45">
              <a:extLst>
                <a:ext uri="{FF2B5EF4-FFF2-40B4-BE49-F238E27FC236}">
                  <a16:creationId xmlns:a16="http://schemas.microsoft.com/office/drawing/2014/main" id="{956C2782-22C9-C830-95F5-64C33B7EECAB}"/>
                </a:ext>
              </a:extLst>
            </p:cNvPr>
            <p:cNvSpPr/>
            <p:nvPr/>
          </p:nvSpPr>
          <p:spPr>
            <a:xfrm>
              <a:off x="2971064" y="1796946"/>
              <a:ext cx="612000" cy="504000"/>
            </a:xfrm>
            <a:custGeom>
              <a:avLst/>
              <a:gdLst/>
              <a:ahLst/>
              <a:cxnLst/>
              <a:rect l="l" t="t" r="r" b="b"/>
              <a:pathLst>
                <a:path w="612000" h="504000">
                  <a:moveTo>
                    <a:pt x="576000" y="235074"/>
                  </a:moveTo>
                  <a:lnTo>
                    <a:pt x="612000" y="235074"/>
                  </a:lnTo>
                  <a:lnTo>
                    <a:pt x="612000" y="504000"/>
                  </a:lnTo>
                  <a:lnTo>
                    <a:pt x="306000" y="504000"/>
                  </a:lnTo>
                  <a:lnTo>
                    <a:pt x="306000" y="468000"/>
                  </a:lnTo>
                  <a:lnTo>
                    <a:pt x="576000" y="468000"/>
                  </a:lnTo>
                  <a:close/>
                  <a:moveTo>
                    <a:pt x="0" y="0"/>
                  </a:moveTo>
                  <a:lnTo>
                    <a:pt x="306000" y="0"/>
                  </a:lnTo>
                  <a:lnTo>
                    <a:pt x="306000" y="36000"/>
                  </a:lnTo>
                  <a:lnTo>
                    <a:pt x="36000" y="36000"/>
                  </a:lnTo>
                  <a:lnTo>
                    <a:pt x="36000" y="253355"/>
                  </a:lnTo>
                  <a:lnTo>
                    <a:pt x="0" y="253355"/>
                  </a:lnTo>
                  <a:close/>
                </a:path>
              </a:pathLst>
            </a:custGeom>
            <a:solidFill>
              <a:srgbClr val="003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-25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7" name="TextBox 50">
              <a:extLst>
                <a:ext uri="{FF2B5EF4-FFF2-40B4-BE49-F238E27FC236}">
                  <a16:creationId xmlns:a16="http://schemas.microsoft.com/office/drawing/2014/main" id="{0C301AA0-11D0-047D-50F0-750610AD8716}"/>
                </a:ext>
              </a:extLst>
            </p:cNvPr>
            <p:cNvSpPr txBox="1"/>
            <p:nvPr/>
          </p:nvSpPr>
          <p:spPr>
            <a:xfrm>
              <a:off x="2970347" y="1837108"/>
              <a:ext cx="612717" cy="470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03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6"/>
          <p:cNvSpPr/>
          <p:nvPr/>
        </p:nvSpPr>
        <p:spPr>
          <a:xfrm>
            <a:off x="0" y="3826900"/>
            <a:ext cx="6168789" cy="1829025"/>
          </a:xfrm>
          <a:custGeom>
            <a:avLst/>
            <a:gdLst/>
            <a:ahLst/>
            <a:cxnLst/>
            <a:rect l="l" t="t" r="r" b="b"/>
            <a:pathLst>
              <a:path w="4284268" h="1404000">
                <a:moveTo>
                  <a:pt x="0" y="0"/>
                </a:moveTo>
                <a:lnTo>
                  <a:pt x="4284268" y="0"/>
                </a:lnTo>
                <a:lnTo>
                  <a:pt x="3473668" y="1404000"/>
                </a:lnTo>
                <a:lnTo>
                  <a:pt x="0" y="1404000"/>
                </a:lnTo>
                <a:close/>
              </a:path>
            </a:pathLst>
          </a:custGeom>
          <a:solidFill>
            <a:srgbClr val="FFF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3"/>
          <p:cNvSpPr/>
          <p:nvPr/>
        </p:nvSpPr>
        <p:spPr>
          <a:xfrm>
            <a:off x="3621731" y="1675692"/>
            <a:ext cx="8570269" cy="1643695"/>
          </a:xfrm>
          <a:custGeom>
            <a:avLst/>
            <a:gdLst/>
            <a:ahLst/>
            <a:cxnLst/>
            <a:rect l="l" t="t" r="r" b="b"/>
            <a:pathLst>
              <a:path w="6586815" h="1404000">
                <a:moveTo>
                  <a:pt x="810600" y="0"/>
                </a:moveTo>
                <a:lnTo>
                  <a:pt x="6586815" y="0"/>
                </a:lnTo>
                <a:lnTo>
                  <a:pt x="6586815" y="1404000"/>
                </a:lnTo>
                <a:lnTo>
                  <a:pt x="0" y="1404000"/>
                </a:lnTo>
                <a:close/>
              </a:path>
            </a:pathLst>
          </a:custGeom>
          <a:solidFill>
            <a:srgbClr val="75C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7"/>
          <p:cNvSpPr/>
          <p:nvPr/>
        </p:nvSpPr>
        <p:spPr>
          <a:xfrm>
            <a:off x="0" y="2497539"/>
            <a:ext cx="9648967" cy="2613218"/>
          </a:xfrm>
          <a:custGeom>
            <a:avLst/>
            <a:gdLst/>
            <a:ahLst/>
            <a:cxnLst/>
            <a:rect l="l" t="t" r="r" b="b"/>
            <a:pathLst>
              <a:path w="7959928" h="2268000">
                <a:moveTo>
                  <a:pt x="0" y="0"/>
                </a:moveTo>
                <a:lnTo>
                  <a:pt x="7959928" y="0"/>
                </a:lnTo>
                <a:lnTo>
                  <a:pt x="6650498" y="2268000"/>
                </a:lnTo>
                <a:lnTo>
                  <a:pt x="0" y="2268000"/>
                </a:lnTo>
                <a:close/>
              </a:path>
            </a:pathLst>
          </a:custGeom>
          <a:solidFill>
            <a:srgbClr val="003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077054" y="3433348"/>
            <a:ext cx="38202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AI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编程效果展示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14" name="矩形 20"/>
          <p:cNvSpPr/>
          <p:nvPr/>
        </p:nvSpPr>
        <p:spPr>
          <a:xfrm>
            <a:off x="11267310" y="2128443"/>
            <a:ext cx="447057" cy="738192"/>
          </a:xfrm>
          <a:custGeom>
            <a:avLst/>
            <a:gdLst/>
            <a:ahLst/>
            <a:cxnLst/>
            <a:rect l="l" t="t" r="r" b="b"/>
            <a:pathLst>
              <a:path w="447057" h="738192">
                <a:moveTo>
                  <a:pt x="77961" y="0"/>
                </a:moveTo>
                <a:lnTo>
                  <a:pt x="447057" y="369096"/>
                </a:lnTo>
                <a:lnTo>
                  <a:pt x="77961" y="738192"/>
                </a:lnTo>
                <a:lnTo>
                  <a:pt x="0" y="660231"/>
                </a:lnTo>
                <a:lnTo>
                  <a:pt x="293910" y="366322"/>
                </a:lnTo>
                <a:lnTo>
                  <a:pt x="2775" y="751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0"/>
          <p:cNvSpPr txBox="1"/>
          <p:nvPr/>
        </p:nvSpPr>
        <p:spPr>
          <a:xfrm>
            <a:off x="314197" y="2879364"/>
            <a:ext cx="16724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zh-CN" altLang="en-US" sz="1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8C28-7AD8-BFAB-0AF2-61C2498FA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95B2AA7D-E2A3-A238-9301-46E4F927F1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E81FDBC-57AB-03AB-8DFD-A9D65B65BFE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EF8A0A-0CBA-0E63-1CF4-DC18FED65745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6762884-3F74-90D2-1085-7EE07F684FB0}"/>
              </a:ext>
            </a:extLst>
          </p:cNvPr>
          <p:cNvSpPr/>
          <p:nvPr/>
        </p:nvSpPr>
        <p:spPr>
          <a:xfrm>
            <a:off x="1016517" y="70307"/>
            <a:ext cx="33441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Vibe Coding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A74654-5628-D272-7EF9-9962D4BA9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7306"/>
            <a:ext cx="12192000" cy="694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03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7F9D1-D54E-69AA-B464-84AEB1BE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D990BA1E-75CA-0E34-0D82-F13F4A9B43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AE0726F-C677-78B2-1CD1-41C48E59C6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8E5A6B-C62D-EF14-85E7-9810E3841D49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C2795685-9B56-00B1-F5AF-8322A451E70B}"/>
              </a:ext>
            </a:extLst>
          </p:cNvPr>
          <p:cNvSpPr/>
          <p:nvPr/>
        </p:nvSpPr>
        <p:spPr>
          <a:xfrm>
            <a:off x="1016517" y="70307"/>
            <a:ext cx="33441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Vibe Coding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AEEB3E-6B4C-78B8-6716-85D015BF5C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7306"/>
            <a:ext cx="12192000" cy="694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/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DB3A8355-2D55-EA08-9068-4418B21CBF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828040"/>
            <a:ext cx="9449083" cy="607441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BBF4A26-3FC1-C1D3-F8A7-7EEE9FFB9919}"/>
              </a:ext>
            </a:extLst>
          </p:cNvPr>
          <p:cNvSpPr txBox="1"/>
          <p:nvPr/>
        </p:nvSpPr>
        <p:spPr>
          <a:xfrm>
            <a:off x="9664117" y="1333850"/>
            <a:ext cx="2129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Claude Code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3F2A38-B593-4CF9-684E-23014E0FD619}"/>
              </a:ext>
            </a:extLst>
          </p:cNvPr>
          <p:cNvSpPr txBox="1"/>
          <p:nvPr/>
        </p:nvSpPr>
        <p:spPr>
          <a:xfrm>
            <a:off x="9664116" y="2301325"/>
            <a:ext cx="1462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GLM 5.0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52DEBE-3190-04A2-3CFF-E1688B5B8004}"/>
              </a:ext>
            </a:extLst>
          </p:cNvPr>
          <p:cNvSpPr/>
          <p:nvPr/>
        </p:nvSpPr>
        <p:spPr>
          <a:xfrm>
            <a:off x="1016517" y="70307"/>
            <a:ext cx="33441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Vibe Coding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2FE744-DAD2-EFEC-E496-42B37ED7374D}"/>
              </a:ext>
            </a:extLst>
          </p:cNvPr>
          <p:cNvSpPr txBox="1"/>
          <p:nvPr/>
        </p:nvSpPr>
        <p:spPr>
          <a:xfrm>
            <a:off x="9650489" y="3328736"/>
            <a:ext cx="2098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Qt QML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界面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79B5033-8317-F442-CA4E-CF0E883C1D39}"/>
              </a:ext>
            </a:extLst>
          </p:cNvPr>
          <p:cNvSpPr txBox="1"/>
          <p:nvPr/>
        </p:nvSpPr>
        <p:spPr>
          <a:xfrm>
            <a:off x="9671327" y="4236275"/>
            <a:ext cx="20569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提示词难点：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理解细节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6A4F45-CB12-3AEE-30D0-3BC7FA5BE830}"/>
              </a:ext>
            </a:extLst>
          </p:cNvPr>
          <p:cNvSpPr txBox="1"/>
          <p:nvPr/>
        </p:nvSpPr>
        <p:spPr>
          <a:xfrm>
            <a:off x="9636064" y="5524150"/>
            <a:ext cx="21852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代码层面交流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阅读旧代码，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QML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6897E-0E32-5175-3FE7-AE41A7F2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27273C99-3888-260F-F58A-16F2F33A9B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B34DB1E-63C8-7110-F861-EB1E8DC765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85CD06-2439-55F2-917C-99BB96AD8111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36112AB0-81DB-845A-43A2-7FCFBD58E68A}"/>
              </a:ext>
            </a:extLst>
          </p:cNvPr>
          <p:cNvSpPr/>
          <p:nvPr/>
        </p:nvSpPr>
        <p:spPr>
          <a:xfrm>
            <a:off x="1494212" y="70307"/>
            <a:ext cx="23887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需求文档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761995-913E-624D-C87B-F37259EB0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5411" y="824908"/>
            <a:ext cx="7356589" cy="607859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768CA3-CC65-2921-842E-A5848070F5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825957"/>
            <a:ext cx="5318305" cy="607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9D38F-3DF3-13FF-EE64-363BDD050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3A0093C3-DF21-8ECD-D82C-6113A86A5FB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83CDC56-6F2B-5EE3-5612-0BC61EDE7AC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C804A3D-5941-3257-5ED4-E8654BD9ED19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C141609B-BD7D-4903-8026-EC2C736B769E}"/>
              </a:ext>
            </a:extLst>
          </p:cNvPr>
          <p:cNvSpPr/>
          <p:nvPr/>
        </p:nvSpPr>
        <p:spPr>
          <a:xfrm>
            <a:off x="1494212" y="70307"/>
            <a:ext cx="23887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需求文档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AF3F42-4FAD-8CE5-E367-7AE8806296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473" y="825957"/>
            <a:ext cx="5237527" cy="60764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9E32A5-E038-6FF1-379C-9A0181D2D7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825957"/>
            <a:ext cx="7741999" cy="607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69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6B34-D70E-C440-914E-66CF159B8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FE3640FF-0847-1B61-3DEE-5325C08466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FDF5746-13DC-CBE2-ED2B-556130EF480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DA9A6BE-62AC-98F1-9C2E-9504343230EC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13DEAE08-6160-639A-E38A-2706BF4972BA}"/>
              </a:ext>
            </a:extLst>
          </p:cNvPr>
          <p:cNvSpPr/>
          <p:nvPr/>
        </p:nvSpPr>
        <p:spPr>
          <a:xfrm>
            <a:off x="1494212" y="70307"/>
            <a:ext cx="2388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代码阅读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896117-ABC3-83DC-2292-3D65231F5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825957"/>
            <a:ext cx="6426579" cy="60764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7B0908-238F-A18B-1454-921A6D5B50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9897" y="828500"/>
            <a:ext cx="6932103" cy="607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09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71DE-84B8-CB52-DBDD-6631C59F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E5776832-D178-B945-6C84-4AC7C87E79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1162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DA14F01-A540-84BB-D9E7-C146C07049B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F50B58C-792A-55BE-7E69-823EBDD4EE28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1C9F5AE-5E96-BAE0-9DB4-CA12989BE7FC}"/>
              </a:ext>
            </a:extLst>
          </p:cNvPr>
          <p:cNvSpPr/>
          <p:nvPr/>
        </p:nvSpPr>
        <p:spPr>
          <a:xfrm>
            <a:off x="1494214" y="70307"/>
            <a:ext cx="23887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功能开发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A62C23-A416-567D-3697-46925B2422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202" y="1762394"/>
            <a:ext cx="2771775" cy="11906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EF66D3F-C11A-5958-C026-D04B3620326E}"/>
              </a:ext>
            </a:extLst>
          </p:cNvPr>
          <p:cNvSpPr txBox="1"/>
          <p:nvPr/>
        </p:nvSpPr>
        <p:spPr>
          <a:xfrm>
            <a:off x="539202" y="1128567"/>
            <a:ext cx="3007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Lidar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距离参数，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室内模式自动改为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0.5 -- 50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E587FF-F29D-CB64-3ECD-C17B6BD151F1}"/>
              </a:ext>
            </a:extLst>
          </p:cNvPr>
          <p:cNvSpPr txBox="1"/>
          <p:nvPr/>
        </p:nvSpPr>
        <p:spPr>
          <a:xfrm>
            <a:off x="539202" y="3540406"/>
            <a:ext cx="25599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K2.5</a:t>
            </a: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code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交流轮次：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问题状态：已完成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BFBD07C-E68F-F147-DCCF-614C4C7900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202" y="4832334"/>
            <a:ext cx="2771775" cy="11906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BE72000-84FD-61E3-817F-A70FC05A58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2497" y="825342"/>
            <a:ext cx="7489503" cy="607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92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6"/>
          <p:cNvSpPr/>
          <p:nvPr/>
        </p:nvSpPr>
        <p:spPr>
          <a:xfrm>
            <a:off x="0" y="3826900"/>
            <a:ext cx="6168789" cy="1829025"/>
          </a:xfrm>
          <a:custGeom>
            <a:avLst/>
            <a:gdLst/>
            <a:ahLst/>
            <a:cxnLst/>
            <a:rect l="l" t="t" r="r" b="b"/>
            <a:pathLst>
              <a:path w="4284268" h="1404000">
                <a:moveTo>
                  <a:pt x="0" y="0"/>
                </a:moveTo>
                <a:lnTo>
                  <a:pt x="4284268" y="0"/>
                </a:lnTo>
                <a:lnTo>
                  <a:pt x="3473668" y="1404000"/>
                </a:lnTo>
                <a:lnTo>
                  <a:pt x="0" y="1404000"/>
                </a:lnTo>
                <a:close/>
              </a:path>
            </a:pathLst>
          </a:custGeom>
          <a:solidFill>
            <a:srgbClr val="FFF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3"/>
          <p:cNvSpPr/>
          <p:nvPr/>
        </p:nvSpPr>
        <p:spPr>
          <a:xfrm>
            <a:off x="3621731" y="1675692"/>
            <a:ext cx="8570269" cy="1643695"/>
          </a:xfrm>
          <a:custGeom>
            <a:avLst/>
            <a:gdLst/>
            <a:ahLst/>
            <a:cxnLst/>
            <a:rect l="l" t="t" r="r" b="b"/>
            <a:pathLst>
              <a:path w="6586815" h="1404000">
                <a:moveTo>
                  <a:pt x="810600" y="0"/>
                </a:moveTo>
                <a:lnTo>
                  <a:pt x="6586815" y="0"/>
                </a:lnTo>
                <a:lnTo>
                  <a:pt x="6586815" y="1404000"/>
                </a:lnTo>
                <a:lnTo>
                  <a:pt x="0" y="1404000"/>
                </a:lnTo>
                <a:close/>
              </a:path>
            </a:pathLst>
          </a:custGeom>
          <a:solidFill>
            <a:srgbClr val="75C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7"/>
          <p:cNvSpPr/>
          <p:nvPr/>
        </p:nvSpPr>
        <p:spPr>
          <a:xfrm>
            <a:off x="0" y="2497539"/>
            <a:ext cx="9648967" cy="2613218"/>
          </a:xfrm>
          <a:custGeom>
            <a:avLst/>
            <a:gdLst/>
            <a:ahLst/>
            <a:cxnLst/>
            <a:rect l="l" t="t" r="r" b="b"/>
            <a:pathLst>
              <a:path w="7959928" h="2268000">
                <a:moveTo>
                  <a:pt x="0" y="0"/>
                </a:moveTo>
                <a:lnTo>
                  <a:pt x="7959928" y="0"/>
                </a:lnTo>
                <a:lnTo>
                  <a:pt x="6650498" y="2268000"/>
                </a:lnTo>
                <a:lnTo>
                  <a:pt x="0" y="2268000"/>
                </a:lnTo>
                <a:close/>
              </a:path>
            </a:pathLst>
          </a:custGeom>
          <a:solidFill>
            <a:srgbClr val="003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077056" y="3433348"/>
            <a:ext cx="38202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AI</a:t>
            </a: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编程工具安装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14" name="矩形 20"/>
          <p:cNvSpPr/>
          <p:nvPr/>
        </p:nvSpPr>
        <p:spPr>
          <a:xfrm>
            <a:off x="11267310" y="2128443"/>
            <a:ext cx="447057" cy="738192"/>
          </a:xfrm>
          <a:custGeom>
            <a:avLst/>
            <a:gdLst/>
            <a:ahLst/>
            <a:cxnLst/>
            <a:rect l="l" t="t" r="r" b="b"/>
            <a:pathLst>
              <a:path w="447057" h="738192">
                <a:moveTo>
                  <a:pt x="77961" y="0"/>
                </a:moveTo>
                <a:lnTo>
                  <a:pt x="447057" y="369096"/>
                </a:lnTo>
                <a:lnTo>
                  <a:pt x="77961" y="738192"/>
                </a:lnTo>
                <a:lnTo>
                  <a:pt x="0" y="660231"/>
                </a:lnTo>
                <a:lnTo>
                  <a:pt x="293910" y="366322"/>
                </a:lnTo>
                <a:lnTo>
                  <a:pt x="2775" y="751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0"/>
          <p:cNvSpPr txBox="1"/>
          <p:nvPr/>
        </p:nvSpPr>
        <p:spPr>
          <a:xfrm>
            <a:off x="314197" y="2879364"/>
            <a:ext cx="16724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1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/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44450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A185142F-5396-6A2A-7D46-22AA38C3CBA1}"/>
              </a:ext>
            </a:extLst>
          </p:cNvPr>
          <p:cNvSpPr/>
          <p:nvPr/>
        </p:nvSpPr>
        <p:spPr>
          <a:xfrm>
            <a:off x="833791" y="32454"/>
            <a:ext cx="44486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安装</a:t>
            </a: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Claude Code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2BC840-9692-5AB5-7570-AC13B6A406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49948"/>
            <a:ext cx="6579430" cy="48243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0424A6F-5586-BE49-FB4D-0951A1271A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6134" y="849948"/>
            <a:ext cx="5935866" cy="29028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5E059D-B11C-051D-61CE-583438A0D6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098" y="4149489"/>
            <a:ext cx="4729838" cy="18226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4210ECE-1120-C281-FA1A-64F25B0A9F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6802" y="3697157"/>
            <a:ext cx="5835198" cy="45233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7BE22B7-F391-EBEE-7DFF-081136D660CC}"/>
              </a:ext>
            </a:extLst>
          </p:cNvPr>
          <p:cNvSpPr txBox="1"/>
          <p:nvPr/>
        </p:nvSpPr>
        <p:spPr>
          <a:xfrm>
            <a:off x="0" y="5305266"/>
            <a:ext cx="110745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参考文档：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https://platform.minimaxi.com/docs/token-plan/claude-code#windows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https://docs.bigmodel.cn/cn/coding-plan/tool/claude#%E6%96%B9%E5%BC%8F%E4%B8%89%EF%BC%9A%E6%89%8B%E5%8A%A8%E9%85%8D%E7%BD%AE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https://code.claude.com/docs/en/setup#winget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F613-B969-6EB7-FE6B-2107118E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781DAF48-1796-DA34-9720-F3024CBB72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4"/>
            <a:ext cx="12192000" cy="7001510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8FE8454-41FD-B7F5-5AE6-F2660746843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94FFB44-8211-562F-8C64-0B762ADC324E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F1E58B8B-7125-695C-731E-CBC1A89251BB}"/>
              </a:ext>
            </a:extLst>
          </p:cNvPr>
          <p:cNvSpPr/>
          <p:nvPr/>
        </p:nvSpPr>
        <p:spPr>
          <a:xfrm>
            <a:off x="833791" y="32454"/>
            <a:ext cx="44486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安装</a:t>
            </a: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Claude Code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77C6E9-2F3B-F041-E659-C2BEEDA38342}"/>
              </a:ext>
            </a:extLst>
          </p:cNvPr>
          <p:cNvSpPr txBox="1"/>
          <p:nvPr/>
        </p:nvSpPr>
        <p:spPr>
          <a:xfrm>
            <a:off x="642620" y="1130877"/>
            <a:ext cx="4768279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一、安装环境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Windows):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Node.Js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CC-Switch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2323B0B-CD7A-2612-828C-E8D97F260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4124" y="1540880"/>
            <a:ext cx="2724150" cy="12954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1B74368-BDA2-131D-CDDD-E12C72A55F42}"/>
              </a:ext>
            </a:extLst>
          </p:cNvPr>
          <p:cNvSpPr txBox="1"/>
          <p:nvPr/>
        </p:nvSpPr>
        <p:spPr>
          <a:xfrm>
            <a:off x="642619" y="3429000"/>
            <a:ext cx="6680970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二、安装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Claude code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以管理员身份，打开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 Shell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npm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install -g @anthropic-ai/claude-code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A0EDD30-09B1-5FF4-D779-7082DA9F9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619" y="4860977"/>
            <a:ext cx="4448175" cy="11525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40E76E5-1893-D44D-0233-4F96EC6432D0}"/>
              </a:ext>
            </a:extLst>
          </p:cNvPr>
          <p:cNvSpPr txBox="1"/>
          <p:nvPr/>
        </p:nvSpPr>
        <p:spPr>
          <a:xfrm>
            <a:off x="5919469" y="1130877"/>
            <a:ext cx="6680970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三、如果报错，先给权限，输入这行指令：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Set-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ExecutionPolicy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RemoteSigned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-Scope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CurrentUser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–Force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重新以管理员身份，打开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 Shell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npm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install -g @anthropic-ai/claude-code</a:t>
            </a:r>
          </a:p>
        </p:txBody>
      </p:sp>
    </p:spTree>
    <p:extLst>
      <p:ext uri="{BB962C8B-B14F-4D97-AF65-F5344CB8AC3E}">
        <p14:creationId xmlns:p14="http://schemas.microsoft.com/office/powerpoint/2010/main" val="673855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77C6-926B-E088-C898-9D78811B9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13ACC888-5A71-FF45-1836-7D0E6DD62B3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EF1356A-22FF-E231-6EE0-69D72130A81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565F0A0-E49C-E880-8D97-E7BC7BEA57FF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D8E4F13F-B9D0-CF4F-6E97-94E6538499EF}"/>
              </a:ext>
            </a:extLst>
          </p:cNvPr>
          <p:cNvSpPr/>
          <p:nvPr/>
        </p:nvSpPr>
        <p:spPr>
          <a:xfrm>
            <a:off x="756081" y="31353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模型接入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2A0E4E-E415-76D6-5AC6-3A4EC4BCAB05}"/>
              </a:ext>
            </a:extLst>
          </p:cNvPr>
          <p:cNvSpPr txBox="1"/>
          <p:nvPr/>
        </p:nvSpPr>
        <p:spPr>
          <a:xfrm>
            <a:off x="555980" y="1043049"/>
            <a:ext cx="8999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一、打开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claude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code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配置文件：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C:\Users\admin\.claude\settings.json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0360D8-7FCF-91DA-0D9A-E0B27F3F28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20" y="2124262"/>
            <a:ext cx="8420850" cy="4744987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291FFA0-1870-5F44-B244-61C294289394}"/>
              </a:ext>
            </a:extLst>
          </p:cNvPr>
          <p:cNvCxnSpPr>
            <a:cxnSpLocks/>
          </p:cNvCxnSpPr>
          <p:nvPr/>
        </p:nvCxnSpPr>
        <p:spPr>
          <a:xfrm flipH="1">
            <a:off x="4514497" y="3529931"/>
            <a:ext cx="2155971" cy="2348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30A208C-FD81-F4D7-9284-1E8AB7C4DC25}"/>
              </a:ext>
            </a:extLst>
          </p:cNvPr>
          <p:cNvCxnSpPr>
            <a:cxnSpLocks/>
          </p:cNvCxnSpPr>
          <p:nvPr/>
        </p:nvCxnSpPr>
        <p:spPr>
          <a:xfrm flipH="1" flipV="1">
            <a:off x="6386248" y="4242312"/>
            <a:ext cx="1174459" cy="1691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6FA8082-AFD8-4947-0E30-D6CF7218322B}"/>
              </a:ext>
            </a:extLst>
          </p:cNvPr>
          <p:cNvSpPr txBox="1"/>
          <p:nvPr/>
        </p:nvSpPr>
        <p:spPr>
          <a:xfrm>
            <a:off x="6614234" y="331492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 KEY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13DC313-E114-37EA-3BF9-3F190E66A5F1}"/>
              </a:ext>
            </a:extLst>
          </p:cNvPr>
          <p:cNvSpPr txBox="1"/>
          <p:nvPr/>
        </p:nvSpPr>
        <p:spPr>
          <a:xfrm>
            <a:off x="7508945" y="425036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6DB2EF-84DC-6A74-0A94-873F148070BF}"/>
              </a:ext>
            </a:extLst>
          </p:cNvPr>
          <p:cNvSpPr txBox="1"/>
          <p:nvPr/>
        </p:nvSpPr>
        <p:spPr>
          <a:xfrm>
            <a:off x="9555061" y="2088975"/>
            <a:ext cx="214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从模型供应商获取：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E2E5B8-7B2C-B0D8-E6D1-E0AADC613B30}"/>
              </a:ext>
            </a:extLst>
          </p:cNvPr>
          <p:cNvSpPr txBox="1"/>
          <p:nvPr/>
        </p:nvSpPr>
        <p:spPr>
          <a:xfrm>
            <a:off x="555980" y="1590232"/>
            <a:ext cx="7279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二、配置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API_KEY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7412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1068-1B13-F875-941F-F0FF58D74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AF57F5AD-E425-8E01-F623-060BE3F067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1C7C609-21B2-608C-ED01-168C269806A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84DA682-65B7-5565-A149-086D54373563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548319F0-AE7F-17D7-C5CE-73920CCC260F}"/>
              </a:ext>
            </a:extLst>
          </p:cNvPr>
          <p:cNvSpPr/>
          <p:nvPr/>
        </p:nvSpPr>
        <p:spPr>
          <a:xfrm>
            <a:off x="971380" y="32454"/>
            <a:ext cx="47924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cc-switch</a:t>
            </a: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切换模型 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1AB780-68EA-5DB3-991E-358E9DE7F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50276"/>
            <a:ext cx="10435730" cy="59632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F182DC4-43DC-14AC-34D3-2B9D3C3B68F4}"/>
              </a:ext>
            </a:extLst>
          </p:cNvPr>
          <p:cNvSpPr txBox="1"/>
          <p:nvPr/>
        </p:nvSpPr>
        <p:spPr>
          <a:xfrm>
            <a:off x="243281" y="6304002"/>
            <a:ext cx="8690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CC-Switch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下载链接：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https://github.com/farion1231/cc-switch/releases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874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C438-DF7D-5C40-894C-B137F98E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6D5CAFD3-151E-2F98-CE00-532CD4BD10E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82A37EA-2840-9419-F529-288B5D46698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708623B-0DE3-6AA5-F642-3D351C76360A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A6EECE7-D50E-C601-74FC-6DDC195D06F6}"/>
              </a:ext>
            </a:extLst>
          </p:cNvPr>
          <p:cNvSpPr/>
          <p:nvPr/>
        </p:nvSpPr>
        <p:spPr>
          <a:xfrm>
            <a:off x="1034201" y="36061"/>
            <a:ext cx="44486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使用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Claude Code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FB36D7-E115-9E6A-293C-A7975BB7AE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28041"/>
            <a:ext cx="6182686" cy="60538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B785D6-F310-286C-8C83-41705604A8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2686" y="828040"/>
            <a:ext cx="6009314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92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B80C2-B867-623F-5BF3-91ADDBDD9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D1D2B45A-07ED-A532-F002-7E3F032B74B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8291C88-421A-AC35-4E5D-C7E700CD61D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E72D750-D15F-1752-9845-24FC6245A5EF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A9138DDE-C125-765A-7867-6E8EAC4E8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828040"/>
            <a:ext cx="8909108" cy="602970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ABFD999-A7B9-C98F-D3B5-F30229F0A8B9}"/>
              </a:ext>
            </a:extLst>
          </p:cNvPr>
          <p:cNvSpPr/>
          <p:nvPr/>
        </p:nvSpPr>
        <p:spPr>
          <a:xfrm>
            <a:off x="658084" y="70307"/>
            <a:ext cx="85732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在</a:t>
            </a: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Vs Code</a:t>
            </a: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插件中使用</a:t>
            </a: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Claude Code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D3A872-2102-37D7-A40C-F2D3481D59A2}"/>
              </a:ext>
            </a:extLst>
          </p:cNvPr>
          <p:cNvSpPr txBox="1"/>
          <p:nvPr/>
        </p:nvSpPr>
        <p:spPr>
          <a:xfrm>
            <a:off x="9144000" y="1099074"/>
            <a:ext cx="214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一、启动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 Code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B605DD-1AFF-5600-A27A-E6ED97C6D1FA}"/>
              </a:ext>
            </a:extLst>
          </p:cNvPr>
          <p:cNvSpPr txBox="1"/>
          <p:nvPr/>
        </p:nvSpPr>
        <p:spPr>
          <a:xfrm>
            <a:off x="9143998" y="1679313"/>
            <a:ext cx="3112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二、安装插件：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Claude Code for VS Code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B7F1BC-0BAD-353A-77FD-503D4C15D8FE}"/>
              </a:ext>
            </a:extLst>
          </p:cNvPr>
          <p:cNvSpPr txBox="1"/>
          <p:nvPr/>
        </p:nvSpPr>
        <p:spPr>
          <a:xfrm>
            <a:off x="9231328" y="2851858"/>
            <a:ext cx="3112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三、启动插件：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F0F306A-7CAF-8B9F-F54B-2BA3E29B388D}"/>
              </a:ext>
            </a:extLst>
          </p:cNvPr>
          <p:cNvCxnSpPr>
            <a:cxnSpLocks/>
          </p:cNvCxnSpPr>
          <p:nvPr/>
        </p:nvCxnSpPr>
        <p:spPr>
          <a:xfrm flipH="1" flipV="1">
            <a:off x="8313490" y="1333850"/>
            <a:ext cx="1115736" cy="15180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443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52E21-7850-00BE-8E12-E16CF00C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9F45C48-A382-93D9-91BA-614A41CD0750}"/>
              </a:ext>
            </a:extLst>
          </p:cNvPr>
          <p:cNvSpPr/>
          <p:nvPr/>
        </p:nvSpPr>
        <p:spPr>
          <a:xfrm>
            <a:off x="100668" y="1484851"/>
            <a:ext cx="4261607" cy="478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E7DEB4D0-E38F-2814-C116-B4408EA798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76CA48A-F4F5-5DC5-CCE2-1DD83EBA11C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8246B65-08BC-477F-3116-2F2523DB0301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3C7881B1-0B78-A335-6492-66D207CA2965}"/>
              </a:ext>
            </a:extLst>
          </p:cNvPr>
          <p:cNvSpPr/>
          <p:nvPr/>
        </p:nvSpPr>
        <p:spPr>
          <a:xfrm>
            <a:off x="658084" y="70307"/>
            <a:ext cx="85732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在</a:t>
            </a: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Vs Code</a:t>
            </a: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插件中使用</a:t>
            </a: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Claude Code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9BD07A-77D3-48D0-2E4A-87D0A7115C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25957"/>
            <a:ext cx="9886382" cy="610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75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0FA32-B9D6-33A4-C732-22423F88F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F56D9FC6-43B7-9024-3C4A-A44453E1D5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8C3DA39-7767-4272-A15D-EC496838E13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46F7438-C326-74AD-6294-43D979C9FE65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F137D09B-1C82-B820-D7B0-8919164875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718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48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1A964-34B7-2167-23B4-87634A07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AE197C13-D112-E51A-8E56-B3C2B248376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6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171B074-3B5D-1C13-AD38-8547D41C351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6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E2CB2F-2BBE-2AAE-0DF2-D3D9DAED7D83}"/>
              </a:ext>
            </a:extLst>
          </p:cNvPr>
          <p:cNvSpPr/>
          <p:nvPr/>
        </p:nvSpPr>
        <p:spPr>
          <a:xfrm>
            <a:off x="935831" y="46424"/>
            <a:ext cx="27494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提示词技巧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B45A08D-4FC3-59EC-5096-B2759ED6295B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B216B6FC-F8CD-DB06-47BD-754D552C09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27306"/>
            <a:ext cx="12192000" cy="683888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D608B82-5023-0A7F-D348-028BD202A650}"/>
              </a:ext>
            </a:extLst>
          </p:cNvPr>
          <p:cNvSpPr/>
          <p:nvPr/>
        </p:nvSpPr>
        <p:spPr>
          <a:xfrm>
            <a:off x="0" y="3706556"/>
            <a:ext cx="1568741" cy="226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数据解算</a:t>
            </a:r>
          </a:p>
        </p:txBody>
      </p:sp>
    </p:spTree>
    <p:extLst>
      <p:ext uri="{BB962C8B-B14F-4D97-AF65-F5344CB8AC3E}">
        <p14:creationId xmlns:p14="http://schemas.microsoft.com/office/powerpoint/2010/main" val="3854176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306A-768D-4434-C8FD-330B923D5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6">
            <a:extLst>
              <a:ext uri="{FF2B5EF4-FFF2-40B4-BE49-F238E27FC236}">
                <a16:creationId xmlns:a16="http://schemas.microsoft.com/office/drawing/2014/main" id="{DA8057C4-6E8E-45E0-E804-17631F976B1B}"/>
              </a:ext>
            </a:extLst>
          </p:cNvPr>
          <p:cNvSpPr/>
          <p:nvPr/>
        </p:nvSpPr>
        <p:spPr>
          <a:xfrm>
            <a:off x="0" y="3826900"/>
            <a:ext cx="6168789" cy="1829025"/>
          </a:xfrm>
          <a:custGeom>
            <a:avLst/>
            <a:gdLst/>
            <a:ahLst/>
            <a:cxnLst/>
            <a:rect l="l" t="t" r="r" b="b"/>
            <a:pathLst>
              <a:path w="4284268" h="1404000">
                <a:moveTo>
                  <a:pt x="0" y="0"/>
                </a:moveTo>
                <a:lnTo>
                  <a:pt x="4284268" y="0"/>
                </a:lnTo>
                <a:lnTo>
                  <a:pt x="3473668" y="1404000"/>
                </a:lnTo>
                <a:lnTo>
                  <a:pt x="0" y="1404000"/>
                </a:lnTo>
                <a:close/>
              </a:path>
            </a:pathLst>
          </a:custGeom>
          <a:solidFill>
            <a:srgbClr val="FFFB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3">
            <a:extLst>
              <a:ext uri="{FF2B5EF4-FFF2-40B4-BE49-F238E27FC236}">
                <a16:creationId xmlns:a16="http://schemas.microsoft.com/office/drawing/2014/main" id="{CE0072AC-052D-A9EE-CD95-FDFF416A65E7}"/>
              </a:ext>
            </a:extLst>
          </p:cNvPr>
          <p:cNvSpPr/>
          <p:nvPr/>
        </p:nvSpPr>
        <p:spPr>
          <a:xfrm>
            <a:off x="3621731" y="1675692"/>
            <a:ext cx="8570269" cy="1643695"/>
          </a:xfrm>
          <a:custGeom>
            <a:avLst/>
            <a:gdLst/>
            <a:ahLst/>
            <a:cxnLst/>
            <a:rect l="l" t="t" r="r" b="b"/>
            <a:pathLst>
              <a:path w="6586815" h="1404000">
                <a:moveTo>
                  <a:pt x="810600" y="0"/>
                </a:moveTo>
                <a:lnTo>
                  <a:pt x="6586815" y="0"/>
                </a:lnTo>
                <a:lnTo>
                  <a:pt x="6586815" y="1404000"/>
                </a:lnTo>
                <a:lnTo>
                  <a:pt x="0" y="1404000"/>
                </a:lnTo>
                <a:close/>
              </a:path>
            </a:pathLst>
          </a:custGeom>
          <a:solidFill>
            <a:srgbClr val="75C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7">
            <a:extLst>
              <a:ext uri="{FF2B5EF4-FFF2-40B4-BE49-F238E27FC236}">
                <a16:creationId xmlns:a16="http://schemas.microsoft.com/office/drawing/2014/main" id="{0CE87A2C-2EA8-D734-EE0A-98B136B23CF9}"/>
              </a:ext>
            </a:extLst>
          </p:cNvPr>
          <p:cNvSpPr/>
          <p:nvPr/>
        </p:nvSpPr>
        <p:spPr>
          <a:xfrm>
            <a:off x="0" y="2497539"/>
            <a:ext cx="9648967" cy="2613218"/>
          </a:xfrm>
          <a:custGeom>
            <a:avLst/>
            <a:gdLst/>
            <a:ahLst/>
            <a:cxnLst/>
            <a:rect l="l" t="t" r="r" b="b"/>
            <a:pathLst>
              <a:path w="7959928" h="2268000">
                <a:moveTo>
                  <a:pt x="0" y="0"/>
                </a:moveTo>
                <a:lnTo>
                  <a:pt x="7959928" y="0"/>
                </a:lnTo>
                <a:lnTo>
                  <a:pt x="6650498" y="2268000"/>
                </a:lnTo>
                <a:lnTo>
                  <a:pt x="0" y="2268000"/>
                </a:lnTo>
                <a:close/>
              </a:path>
            </a:pathLst>
          </a:custGeom>
          <a:solidFill>
            <a:srgbClr val="003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DE5250-83D2-E4FB-71EA-C0FDFEE58992}"/>
              </a:ext>
            </a:extLst>
          </p:cNvPr>
          <p:cNvSpPr/>
          <p:nvPr/>
        </p:nvSpPr>
        <p:spPr>
          <a:xfrm>
            <a:off x="2249910" y="3433348"/>
            <a:ext cx="54745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Claude Code</a:t>
            </a: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使用技巧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14" name="矩形 20">
            <a:extLst>
              <a:ext uri="{FF2B5EF4-FFF2-40B4-BE49-F238E27FC236}">
                <a16:creationId xmlns:a16="http://schemas.microsoft.com/office/drawing/2014/main" id="{B511E4E3-A4AA-2858-5DE5-ECDAF969B25E}"/>
              </a:ext>
            </a:extLst>
          </p:cNvPr>
          <p:cNvSpPr/>
          <p:nvPr/>
        </p:nvSpPr>
        <p:spPr>
          <a:xfrm>
            <a:off x="11267310" y="2128443"/>
            <a:ext cx="447057" cy="738192"/>
          </a:xfrm>
          <a:custGeom>
            <a:avLst/>
            <a:gdLst/>
            <a:ahLst/>
            <a:cxnLst/>
            <a:rect l="l" t="t" r="r" b="b"/>
            <a:pathLst>
              <a:path w="447057" h="738192">
                <a:moveTo>
                  <a:pt x="77961" y="0"/>
                </a:moveTo>
                <a:lnTo>
                  <a:pt x="447057" y="369096"/>
                </a:lnTo>
                <a:lnTo>
                  <a:pt x="77961" y="738192"/>
                </a:lnTo>
                <a:lnTo>
                  <a:pt x="0" y="660231"/>
                </a:lnTo>
                <a:lnTo>
                  <a:pt x="293910" y="366322"/>
                </a:lnTo>
                <a:lnTo>
                  <a:pt x="2775" y="751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2EFE6B29-BD03-E004-A45B-D1CE39F82E7E}"/>
              </a:ext>
            </a:extLst>
          </p:cNvPr>
          <p:cNvSpPr txBox="1"/>
          <p:nvPr/>
        </p:nvSpPr>
        <p:spPr>
          <a:xfrm>
            <a:off x="314197" y="2879364"/>
            <a:ext cx="167240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115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607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63BF3-2B04-FE86-FE18-DDE28770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EEC1AD91-8D0D-AE66-519D-6CA87F6444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73C94E4-1AB7-BA00-0669-3ACF58A8B24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C5FD8C0-5A8D-0985-2E9A-1D63175CE8C7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997A6462-6500-6AEA-437F-59A30932A134}"/>
              </a:ext>
            </a:extLst>
          </p:cNvPr>
          <p:cNvSpPr/>
          <p:nvPr/>
        </p:nvSpPr>
        <p:spPr>
          <a:xfrm>
            <a:off x="1046105" y="32454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模型</a:t>
            </a: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选择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FE1FD75-F3CD-988B-2BB9-DDB8A6DB1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104895"/>
              </p:ext>
            </p:extLst>
          </p:nvPr>
        </p:nvGraphicFramePr>
        <p:xfrm>
          <a:off x="2164360" y="2069983"/>
          <a:ext cx="7717871" cy="2718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996">
                  <a:extLst>
                    <a:ext uri="{9D8B030D-6E8A-4147-A177-3AD203B41FA5}">
                      <a16:colId xmlns:a16="http://schemas.microsoft.com/office/drawing/2014/main" val="2377245793"/>
                    </a:ext>
                  </a:extLst>
                </a:gridCol>
                <a:gridCol w="1819939">
                  <a:extLst>
                    <a:ext uri="{9D8B030D-6E8A-4147-A177-3AD203B41FA5}">
                      <a16:colId xmlns:a16="http://schemas.microsoft.com/office/drawing/2014/main" val="1298636615"/>
                    </a:ext>
                  </a:extLst>
                </a:gridCol>
                <a:gridCol w="1929468">
                  <a:extLst>
                    <a:ext uri="{9D8B030D-6E8A-4147-A177-3AD203B41FA5}">
                      <a16:colId xmlns:a16="http://schemas.microsoft.com/office/drawing/2014/main" val="3703328631"/>
                    </a:ext>
                  </a:extLst>
                </a:gridCol>
                <a:gridCol w="1929468">
                  <a:extLst>
                    <a:ext uri="{9D8B030D-6E8A-4147-A177-3AD203B41FA5}">
                      <a16:colId xmlns:a16="http://schemas.microsoft.com/office/drawing/2014/main" val="3088470008"/>
                    </a:ext>
                  </a:extLst>
                </a:gridCol>
              </a:tblGrid>
              <a:tr h="58120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套餐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编码能力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361117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GLM-5.0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Max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469/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较强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579368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MiniMax-2.7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Plus</a:t>
                      </a:r>
                      <a:endParaRPr lang="zh-CN" altLang="en-US" sz="18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98/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832676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Kimi K2.5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Allegretto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199/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66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365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B514-EB48-3CD2-DD9B-C350CBA6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5FC7EF6F-DABA-B764-3CA5-891DC1DD14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6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8B963EE-D22B-6A5E-A4D7-BD9B1461C35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6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238152-8592-7932-430F-4781E337847D}"/>
              </a:ext>
            </a:extLst>
          </p:cNvPr>
          <p:cNvSpPr/>
          <p:nvPr/>
        </p:nvSpPr>
        <p:spPr>
          <a:xfrm>
            <a:off x="935831" y="46424"/>
            <a:ext cx="274947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提示词技巧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FFD2967-3017-E6FE-9F7E-1E47BBA47190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F08C601B-44AC-1404-7C34-FA96614365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28039"/>
            <a:ext cx="5500300" cy="452413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E53A175-D4DC-26E8-EEF2-7DB8D9A11E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18557"/>
            <a:ext cx="2486025" cy="6477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1839818-4A55-B3E6-AF61-E2D809257062}"/>
              </a:ext>
            </a:extLst>
          </p:cNvPr>
          <p:cNvSpPr txBox="1"/>
          <p:nvPr/>
        </p:nvSpPr>
        <p:spPr>
          <a:xfrm>
            <a:off x="6325298" y="1103966"/>
            <a:ext cx="49075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数据解算按钮不见了，请帮忙优化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主界面没有显示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数据解算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按钮，请修复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按钮仍然没有显示，请继续优化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1707F2-EA12-A1A6-D8C7-565CAF6B16A0}"/>
              </a:ext>
            </a:extLst>
          </p:cNvPr>
          <p:cNvSpPr txBox="1"/>
          <p:nvPr/>
        </p:nvSpPr>
        <p:spPr>
          <a:xfrm>
            <a:off x="6325297" y="3335437"/>
            <a:ext cx="499984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CreateButton.qml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的内容复制给豆包：当前按钮没有显示到主界面上，可能是什么原因？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豆包：</a:t>
            </a:r>
          </a:p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layer.effect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不能用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Item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:QML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阴影效果必须直接使用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Dropshadow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或正确的特效组件，你手写的嵌套矩形会导致按钮完全不染。父容器如果是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ColumnLayout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RowLayout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，必须给按钮设置宽高填充，否则布局会压缩组件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981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BF414-DCDD-CBC0-478E-A5F266A7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背景图案&#10;&#10;描述已自动生成">
            <a:extLst>
              <a:ext uri="{FF2B5EF4-FFF2-40B4-BE49-F238E27FC236}">
                <a16:creationId xmlns:a16="http://schemas.microsoft.com/office/drawing/2014/main" id="{8C78FAED-1D8F-2894-B5AA-976699FFC66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932" t="11661" b="272"/>
          <a:stretch>
            <a:fillRect/>
          </a:stretch>
        </p:blipFill>
        <p:spPr>
          <a:xfrm>
            <a:off x="0" y="-27305"/>
            <a:ext cx="12192000" cy="6929755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B56F030-AC19-D6E4-79D0-D83A35D2A3A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-27305"/>
            <a:ext cx="12192000" cy="855345"/>
          </a:xfrm>
          <a:prstGeom prst="rect">
            <a:avLst/>
          </a:prstGeom>
          <a:solidFill>
            <a:srgbClr val="0E3A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CF6B34E-9F42-B41C-D839-BFDDD86C3D64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642620" y="44450"/>
            <a:ext cx="9525" cy="683895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912B44D-555D-4F6E-9F32-22DC9A45AA13}"/>
              </a:ext>
            </a:extLst>
          </p:cNvPr>
          <p:cNvSpPr/>
          <p:nvPr/>
        </p:nvSpPr>
        <p:spPr>
          <a:xfrm>
            <a:off x="652145" y="20459"/>
            <a:ext cx="44486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Claude Code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指令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3F8A87-4FA2-542D-5148-87376FBCD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036680"/>
              </p:ext>
            </p:extLst>
          </p:nvPr>
        </p:nvGraphicFramePr>
        <p:xfrm>
          <a:off x="1135281" y="1517727"/>
          <a:ext cx="9921437" cy="4296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689">
                  <a:extLst>
                    <a:ext uri="{9D8B030D-6E8A-4147-A177-3AD203B41FA5}">
                      <a16:colId xmlns:a16="http://schemas.microsoft.com/office/drawing/2014/main" val="237724579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98636615"/>
                    </a:ext>
                  </a:extLst>
                </a:gridCol>
                <a:gridCol w="2828925">
                  <a:extLst>
                    <a:ext uri="{9D8B030D-6E8A-4147-A177-3AD203B41FA5}">
                      <a16:colId xmlns:a16="http://schemas.microsoft.com/office/drawing/2014/main" val="3703328631"/>
                    </a:ext>
                  </a:extLst>
                </a:gridCol>
                <a:gridCol w="4350623">
                  <a:extLst>
                    <a:ext uri="{9D8B030D-6E8A-4147-A177-3AD203B41FA5}">
                      <a16:colId xmlns:a16="http://schemas.microsoft.com/office/drawing/2014/main" val="3088470008"/>
                    </a:ext>
                  </a:extLst>
                </a:gridCol>
              </a:tblGrid>
              <a:tr h="5812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配置项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自动运行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触发条件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l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作用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361117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Agents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否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/Agent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切换 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 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的“大脑”和角色设定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579368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Skills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/Skill</a:t>
                      </a:r>
                      <a:endParaRPr lang="zh-CN" altLang="en-US" sz="18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调用特定的技能包解决具体问题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832676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Tasks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否</a:t>
                      </a:r>
                      <a:endParaRPr lang="en-US" altLang="zh-CN" sz="18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 i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sz="1800" b="1" i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Task</a:t>
                      </a:r>
                      <a:endParaRPr lang="zh-CN" altLang="en-US" sz="18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执行一段预设的复杂工作流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66645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Rules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</a:t>
                      </a:r>
                      <a:endParaRPr lang="en-US" altLang="zh-CN" sz="18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配置后默认生效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强制约束 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 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的行为底线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522965"/>
                  </a:ext>
                </a:extLst>
              </a:tr>
              <a:tr h="7122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Hooks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</a:t>
                      </a:r>
                      <a:endParaRPr lang="en-US" altLang="zh-CN" sz="18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执行特定操作时</a:t>
                      </a:r>
                      <a:endParaRPr lang="en-US" altLang="zh-CN" sz="1800" b="1" i="0" kern="1200" dirty="0">
                        <a:solidFill>
                          <a:schemeClr val="dk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（如写文件、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Git</a:t>
                      </a: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操作）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自动进行安全检查或代码优化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934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511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1B7CE8-BE8A-A187-FCA1-829DD14B03CB}"/>
              </a:ext>
            </a:extLst>
          </p:cNvPr>
          <p:cNvSpPr/>
          <p:nvPr/>
        </p:nvSpPr>
        <p:spPr>
          <a:xfrm>
            <a:off x="7672251" y="5862937"/>
            <a:ext cx="3544389" cy="252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5A3A8C-D6C6-0B26-1CCA-E00D455C3717}"/>
              </a:ext>
            </a:extLst>
          </p:cNvPr>
          <p:cNvSpPr txBox="1"/>
          <p:nvPr/>
        </p:nvSpPr>
        <p:spPr>
          <a:xfrm>
            <a:off x="7547743" y="5712212"/>
            <a:ext cx="4236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思源黑体" panose="020B0500000000000000" pitchFamily="34" charset="-128"/>
                <a:ea typeface="思源黑体" panose="020B0500000000000000" pitchFamily="34" charset="-128"/>
              </a:rPr>
              <a:t>Wuhan Geosun Navigation Technology Co.,Ltd</a:t>
            </a:r>
            <a:r>
              <a:rPr lang="en-US" altLang="zh-CN" sz="1200" b="1">
                <a:latin typeface="思源黑体" panose="020B0500000000000000" pitchFamily="34" charset="-128"/>
                <a:ea typeface="思源黑体" panose="020B0500000000000000" pitchFamily="34" charset="-128"/>
              </a:rPr>
              <a:t>    2026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B3B5C4-0D8A-2B76-2043-2D1AE1058DDF}"/>
              </a:ext>
            </a:extLst>
          </p:cNvPr>
          <p:cNvSpPr txBox="1"/>
          <p:nvPr/>
        </p:nvSpPr>
        <p:spPr>
          <a:xfrm>
            <a:off x="10838985" y="5697693"/>
            <a:ext cx="1828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©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3671</TotalTime>
  <Words>594</Words>
  <Application>Microsoft Office PowerPoint</Application>
  <PresentationFormat>宽屏</PresentationFormat>
  <Paragraphs>125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等线</vt:lpstr>
      <vt:lpstr>等线 Light</vt:lpstr>
      <vt:lpstr>黑体</vt:lpstr>
      <vt:lpstr>思源黑体</vt:lpstr>
      <vt:lpstr>思源黑体 CN Heavy</vt:lpstr>
      <vt:lpstr>微软雅黑</vt:lpstr>
      <vt:lpstr>Arial</vt:lpstr>
      <vt:lpstr>Impact</vt:lpstr>
      <vt:lpstr>Wingdings</vt:lpstr>
      <vt:lpstr>Office 主题​​</vt:lpstr>
      <vt:lpstr>1_Office 主题​​</vt:lpstr>
      <vt:lpstr>AI编程技巧分享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 Fengcheng</dc:creator>
  <cp:lastModifiedBy>admin</cp:lastModifiedBy>
  <cp:revision>390</cp:revision>
  <dcterms:created xsi:type="dcterms:W3CDTF">2022-01-10T03:39:00Z</dcterms:created>
  <dcterms:modified xsi:type="dcterms:W3CDTF">2026-03-26T08:48:55Z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889D05DAF22E43749BE9AF0B7389F8B8_12</vt:lpwstr>
  </property>
</Properties>
</file>